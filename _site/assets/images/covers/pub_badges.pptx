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9" r:id="rId3"/>
    <p:sldId id="260" r:id="rId4"/>
    <p:sldId id="261" r:id="rId5"/>
    <p:sldId id="271" r:id="rId6"/>
    <p:sldId id="272" r:id="rId7"/>
    <p:sldId id="273" r:id="rId8"/>
    <p:sldId id="274" r:id="rId9"/>
    <p:sldId id="262" r:id="rId10"/>
    <p:sldId id="263" r:id="rId11"/>
    <p:sldId id="270" r:id="rId12"/>
    <p:sldId id="265" r:id="rId13"/>
    <p:sldId id="268" r:id="rId14"/>
    <p:sldId id="269" r:id="rId15"/>
    <p:sldId id="264" r:id="rId16"/>
    <p:sldId id="266" r:id="rId17"/>
    <p:sldId id="267" r:id="rId18"/>
    <p:sldId id="275" r:id="rId19"/>
    <p:sldId id="276" r:id="rId20"/>
    <p:sldId id="277" r:id="rId21"/>
    <p:sldId id="283" r:id="rId22"/>
    <p:sldId id="284" r:id="rId23"/>
    <p:sldId id="285" r:id="rId24"/>
    <p:sldId id="286" r:id="rId25"/>
    <p:sldId id="288" r:id="rId26"/>
    <p:sldId id="287" r:id="rId27"/>
    <p:sldId id="278" r:id="rId28"/>
    <p:sldId id="279" r:id="rId29"/>
    <p:sldId id="280" r:id="rId30"/>
    <p:sldId id="281" r:id="rId31"/>
    <p:sldId id="282" r:id="rId32"/>
    <p:sldId id="289" r:id="rId33"/>
    <p:sldId id="290" r:id="rId34"/>
    <p:sldId id="295" r:id="rId35"/>
    <p:sldId id="294" r:id="rId36"/>
    <p:sldId id="291" r:id="rId37"/>
    <p:sldId id="296" r:id="rId38"/>
    <p:sldId id="297" r:id="rId39"/>
    <p:sldId id="292" r:id="rId40"/>
    <p:sldId id="293" r:id="rId41"/>
    <p:sldId id="299" r:id="rId42"/>
    <p:sldId id="301" r:id="rId43"/>
    <p:sldId id="300" r:id="rId44"/>
    <p:sldId id="298" r:id="rId45"/>
    <p:sldId id="303" r:id="rId46"/>
    <p:sldId id="302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11"/>
  </p:normalViewPr>
  <p:slideViewPr>
    <p:cSldViewPr snapToGrid="0">
      <p:cViewPr varScale="1">
        <p:scale>
          <a:sx n="95" d="100"/>
          <a:sy n="95" d="100"/>
        </p:scale>
        <p:origin x="200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E7E415-72AD-ED4D-A416-40510DA87DE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5AD98F-5FEB-CE4D-BCA5-03E3A5759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69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3928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3AC9A-8BE8-E7F8-1A88-C358C61C1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9B18F3-90AA-7E21-1976-0C1EF9A69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A9FC0E-6591-8419-3DE1-F8F44D7B4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40F1E-3BD2-837F-F5BF-01F1004756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19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14EFB-0CBB-F33E-7182-E2A217A82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0C8A92-9D38-E1C2-A96F-FE6BE4FAA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1C9F14-C610-0AC2-3B79-B431F9701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77448-89CC-9F88-E484-407D504774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902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DB5B5-C6A7-1A60-89EE-4437EE7B8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B98519-84CB-B47D-B15D-3810D395F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67696-9592-2BCD-A11A-E446E2D51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568F2-008C-4095-1ADB-374503A244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675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1FD51-8CDA-E5D8-E450-25ED82FEC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23160B-14BD-5BC1-2A11-EA8194050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E2BF8E-DFFC-0320-3205-E8A568B75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04A33-D75E-8E98-0B53-05A6E3613F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5576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BD8AC-7F08-6170-04A3-D4AA5A3C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9396D1-C92F-AFE7-8C1F-0F2563D22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C269E6-F824-4D22-AC98-742FC1D0B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F32FE-9BAA-0E21-B718-DF664BDE3E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250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8CC12-3E1E-7FDD-6625-F7C010647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B1E286-8D55-0DBA-C9F4-7073F7C67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9B76CE-64EB-5656-223A-30CF1FCA0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252E3-3D41-1F33-A959-23ACE04E79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406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8148E-D730-DD94-0870-C8C9FF62A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D01E36-684F-1DAE-87D3-70D6B75FFB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D064D6-B158-6487-7779-819BCB0AD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EC27A-9A2F-58AC-792C-58D88ECAFF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379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5A882-57E6-67CA-055A-F27D963F9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24DFB-920E-4467-A3CE-71F18C090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95DD2-ED0A-7A8B-05CA-B69F5F51D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E821A-9A12-93F0-6221-DCDFA77FDA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8458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7E523-9AD3-6119-68EB-A846F47A9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CEA063-BAC7-ABCA-6C86-A025DE1179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5A8639-E23C-BB0E-2926-100111381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52149-D92B-750D-FD79-106AE1089C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882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35033-8910-564E-BBD1-1F6792257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807B69-387E-FF9D-1F90-DBB5190F9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2264CE-D965-B6C3-F9CC-E67A2CE0C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8355A-C2CB-5FA3-0F4F-62D40652AF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0823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805B5-D6E8-D284-A154-37BA9D46B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031E32-356A-9F53-2B24-3713F95545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E8C854-457E-920F-2B99-65A787D710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E0BF5-478C-C932-AC6C-97EB4E1AFA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6122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1CE2B-F8A4-8CF4-73E3-3511CDB2E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E779C2-91F8-6856-544A-B84849098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AA58A5-9B6D-6DDF-BCF6-A13305570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7C8DE-3C21-3BE0-9080-C85A7A0788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6816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A8CE9-766D-CA67-BFBB-C34D2386E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5BBBED-CA21-C547-BD45-7B44C8D4B9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2669E0-23AB-FA56-99BA-D4003ED2E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1396D-0D09-A7D4-D9B8-3497C1D75B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8305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258B3-17ED-5C22-6E47-237F602EE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C09C55-9A56-4FC7-A91B-D6CEB6965C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6FDA17-0C0E-EAD2-F5D6-49B6781CA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1D29C-DF21-F1F3-6870-938B3B6987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3158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70EF5-173A-7B04-833D-972FCFB8E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EBB0D8-5F42-D345-C889-A16A3BCF0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0B5ADE-BE15-E497-1FED-C88FEF0FD9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C280C-7C34-B79A-FC91-97B6D5C757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8718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99038-C2C1-7A27-6043-AAB4BA072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DF8067-FF9E-C28C-B184-0A01C7310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AB8525-4863-1EEC-5043-D79590C26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E1064-CDEC-9722-1A6C-C9EE059ADC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5192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41568-42C9-3FED-E00E-08625378B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02BAD2-CAA8-BE75-3ACD-F6D40B7002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AE2ADC-F028-6E72-E243-B37BF2DFEF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4A535-5F33-7877-9F14-47B7F17169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439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2BAFF-F279-A252-64B3-872EFBFE0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7FFF94-530D-FA03-DA44-FBF2C7F56D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71A34C-2B63-A0D1-F8CE-76C889D00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4D88F-455D-6A6A-A17F-5597FFD711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6245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05A1A-2850-F1A6-175A-D7C33E286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90900E-EEAB-0EA2-5545-D4B3EFE45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0C4622-0B0E-E548-B6CC-80B041C9B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6C692-AA44-7DDF-5EC2-199490048E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6427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6AF4F-2FC2-6936-16E7-402DC136E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538A40-48D8-FCF4-C4C3-0D43D2466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BDE25A-C77D-BD71-9A83-22D26D8A00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err="1"/>
              <a:t>Eurographics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4F156-C50B-D54B-AD22-30B8E930BD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7065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FCE88-50DE-A299-CDDA-43A880EA2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D0B60-E6E9-7AF7-E1BD-DFCDAD2FEE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44595B-2C0D-894C-F22A-F04A6FED2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err="1"/>
              <a:t>Eurographics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069A9-B88F-F92D-79A3-2E91FFD5F8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7922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9271B-0695-BC55-48FD-9627F5DBA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E3EBA9-7A01-3904-2127-939BDA880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7D1246-041F-BEDD-0C00-6D3D7F59A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B5F7C-3D0C-413D-574F-7FCDA58115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5520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DABBE-71DA-441C-5657-D5D794AD4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B8482A-1AA8-C76F-5EA4-7E561FD2BE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9A71D4-275D-933D-7854-156912222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915AA-D013-A054-4D11-D34F4A1CF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308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5F3BB-A27C-D7DE-4174-2468C8EEA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793D32-F39A-E5B2-DFD5-2FB03390F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1471D7-D524-BCBB-08D6-E8D25290B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6B607-2222-5380-5C79-DE1A737569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0769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9AF3E-583A-CB75-B4F7-A5091BA5F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6AC831-6A06-6102-D176-DE0907A614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22356-FEF3-8BBE-3D93-A6CB7E86C1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EE7BA-06A9-366A-FD53-706401A3C1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335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F6E7A-92CE-5AB9-C580-EA1FC0A8D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38BEDA-7CDE-52DD-6C2B-D265FED55A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7666DE-F77E-C505-E0CB-D2948DD5DB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E207C-EDE7-B068-C810-2196CEC6AD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7341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1E990-759E-4D32-93EA-019762FB1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A9DD9-D424-7D7D-550E-4025E29A5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AFE86-3FCF-F6EF-D4D8-094339CA3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BA5AD-2C50-DDCE-1258-6D82CD2DF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3028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319ED-953D-CF0B-797C-CEC4282F3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782F7F-F42A-3823-243D-A8E30B5F9E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8857D0-D8FB-9688-1400-D4688C605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C5415-0958-A964-DD82-8EA58F4B27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855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0B391-B38B-3D19-4244-A65921395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195EE6-7180-C677-5DF0-F4B978155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A72D2C-CF2D-3526-BC58-901E6A863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F94D2-8782-17FB-71AA-3524DFD77F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5758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27020-1C9D-8F8F-BF14-73A36E739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3453E5-A224-AFB4-B053-C724AB60C3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97008E-1B75-19B3-5744-3CD007E68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0EC8F-846D-076E-FC5E-A942F6CE61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9519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1C55E-69DB-A5BD-1AEC-59C148E01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0AD3A8-3043-DFBA-6E56-0C16325F89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BAADCA-6278-6241-3DE4-5D889BE8C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6CB6D7-FFB3-8D8E-D434-928087B25F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35472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EDFC6-6EC6-5935-D77A-7442D7D94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DC6BA8-C57B-CD54-7F85-7FF26702A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34B6E0-95C0-B7DD-EC65-CF10E4A8F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D61E5-B948-91F5-6716-341C42039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501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4DCC2-7252-9C90-4B1C-9A36A3FB1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7559E-5172-C341-E96A-22A6CA594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C28CE0-83D3-02B4-B005-B828FCC83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1F6AE-0E77-5FCB-017B-DD641CDD0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35824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5C45E-37F1-F9E5-B4A5-A942BBFF2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897F91-D1EC-C295-093C-76BD3F161B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93EECF-6D55-CE21-34FA-22A53B522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6C207-5232-8C74-4DF8-8299D35340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604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E3B0A-20D5-015F-D3C0-F75B159E8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D605C-36AD-4B61-3589-FCB587B74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1ECFF4-BBF2-7F65-BE9C-8831C14F9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C48A4-870B-B3CF-B416-FD7779CFF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9118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8CF51-94E6-6245-7728-0BF14E6B4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EA6427-F7E8-19EF-5C2C-20C369DE7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CDC173-2EFE-6C17-10A4-00298537C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Sci. Data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97266-ED0F-736D-C1E7-6B5B434D28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AD98F-5FEB-CE4D-BCA5-03E3A5759E66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926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4FAAC-54BA-9380-81E9-E94C46DF2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1483A-BE40-6C29-D958-A4A6912C9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13843-0872-EDA5-8006-071031CFE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B647-F64D-564B-8689-701C28E18BD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D19F7-12B3-E0D7-91FA-8C8BDFE13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5AFAE-07A6-D8DF-9841-9F9567FC7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2C51-F759-7C47-8457-B4BE7A02E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56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A6245-BBC3-0474-6872-BD4E6DC9B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74008-DA95-D75A-E184-1CF4E8FC2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312A9-6605-0188-E3D2-DC558B4EB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B647-F64D-564B-8689-701C28E18BD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097A0-74E1-FD19-279B-3EBBEE2A3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E6061-E319-DFE9-7FD8-8F092E7EE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2C51-F759-7C47-8457-B4BE7A02E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2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8195F-6664-1BE6-648A-25CAA22C8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F1886-A119-36D4-7D6B-A9CA74886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0EE3F-9F98-5237-0588-07479F22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B647-F64D-564B-8689-701C28E18BD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5DC07-E329-6CD1-C491-CFF0EB199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854BC-8102-35FB-A0EB-AF1038913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2C51-F759-7C47-8457-B4BE7A02E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209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8EA61-195B-657E-6243-58E2DBAE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A31A5-6819-3709-F7A8-C11603482F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971865-15CA-31A3-A418-ED0626E72E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EDCE19-C884-20C3-EEEC-AF1BD9281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B647-F64D-564B-8689-701C28E18BD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B0966-83EB-274B-DD8A-EBCAD3E37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DF0C6E-4415-90BC-EBA2-F1A5B02F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2C51-F759-7C47-8457-B4BE7A02E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7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8CAC5-937B-B097-0AD7-3D2713E57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F27B6-3DDA-E3E0-F60C-C8362D307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4E3629-9E83-CA5D-5EB6-2D7FC1D07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CCD7E3-2DD9-89B3-95EC-3D14B29E08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F22F5D-2501-9FEC-5673-757E5D235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F59664-6EDB-37AA-F9E9-8528D6332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B647-F64D-564B-8689-701C28E18BD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03D655-4739-707F-0785-4C6821AD2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A16362-7A9C-560E-D16F-B39A1A099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2C51-F759-7C47-8457-B4BE7A02E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007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EFED-76B1-25A5-7D3E-1979F289D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DDD723-6E27-E674-174F-730DC8EB4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B647-F64D-564B-8689-701C28E18BD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4EDE2-7031-DE4A-AF27-72F08108A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6C0ACE-A793-25E1-4821-CDC8710A6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2C51-F759-7C47-8457-B4BE7A02E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79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F9A086-FDAE-2514-4253-33E470DE3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B647-F64D-564B-8689-701C28E18BD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DE62C-2A10-5517-8980-2019B627E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17D04-5EFE-2D9E-0E6A-342D35E93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2C51-F759-7C47-8457-B4BE7A02E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404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6090C-C64F-4A82-6C4C-F0AAC974F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8EC2B-6E53-7290-9B3C-F7A671E17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660569-53FD-2B0C-53D5-35CF6499E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92FDD-4579-B93B-7FE6-B22EFDD16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B647-F64D-564B-8689-701C28E18BD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304CC-9783-FD38-5479-1ACF4FF24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3D2E4-00B3-3E19-6059-9A0763A7E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2C51-F759-7C47-8457-B4BE7A02E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330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AAACE-E1DC-7009-3AA2-F8FF02AC3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2D4539-58AB-EE7C-ABD8-482E22CC57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AE5AF-E142-1D94-15D2-8A395BA31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F1DACB-251B-3EC7-8868-7B332BB0D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B647-F64D-564B-8689-701C28E18BD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3A896E-C119-70A1-0B74-461A485B0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5276F-23EB-5384-157F-6F5CB9C03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2C51-F759-7C47-8457-B4BE7A02E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011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AAB18-29F7-F9A5-94EB-0E78324B3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B85540-BEE1-24F0-9626-62E1034EC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97D03-F357-3F50-CCA4-352FA3B4F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B647-F64D-564B-8689-701C28E18BD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C35F7-3B8E-937F-2491-BCCA83BCE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EF410-26A7-7DF0-36DF-CC9108AEE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2C51-F759-7C47-8457-B4BE7A02E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122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EB0EEC-5761-9465-5BF1-684B584164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DF51A4-003C-481D-B591-FA51B1EDF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865A5-2097-F189-75F3-B16FA41FA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B647-F64D-564B-8689-701C28E18BD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49E27-4A5C-27BF-6797-F7A460A46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3C624-1DC9-7729-A086-7A48B22F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2C51-F759-7C47-8457-B4BE7A02E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991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F9BA5C-304B-E892-FDDA-67DC23891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2806C-589F-7326-3AF2-8C7B63FEF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F2D6A-CD0F-391E-5FFC-0AE8DA25C4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92B647-F64D-564B-8689-701C28E18BDD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9E794-6C65-E037-21ED-8BA487BA3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91AE6-7B18-39B8-615A-0C01DAD6C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E62C51-F759-7C47-8457-B4BE7A02E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806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8D2602-B46C-013B-1F65-9307EE6D9795}"/>
              </a:ext>
            </a:extLst>
          </p:cNvPr>
          <p:cNvSpPr/>
          <p:nvPr/>
        </p:nvSpPr>
        <p:spPr>
          <a:xfrm>
            <a:off x="3298939" y="756798"/>
            <a:ext cx="7772399" cy="4857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oup of colorful triangles&#10;&#10;AI-generated content may be incorrect.">
            <a:extLst>
              <a:ext uri="{FF2B5EF4-FFF2-40B4-BE49-F238E27FC236}">
                <a16:creationId xmlns:a16="http://schemas.microsoft.com/office/drawing/2014/main" id="{72FDBD18-AEC7-2A8C-5900-EFB486A31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71" y="756798"/>
            <a:ext cx="777240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017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5D99C-72C3-55DC-4652-E28E06984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23627D-2EB3-5BF1-B381-DE4EBA4F1B32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826F80-6025-45A3-0960-EFBC034B7E26}"/>
              </a:ext>
            </a:extLst>
          </p:cNvPr>
          <p:cNvSpPr/>
          <p:nvPr/>
        </p:nvSpPr>
        <p:spPr>
          <a:xfrm>
            <a:off x="2482111" y="3308529"/>
            <a:ext cx="7073539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115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IMWUT</a:t>
            </a:r>
            <a:r>
              <a:rPr lang="en-US" altLang="zh-CN" sz="115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’26</a:t>
            </a:r>
            <a:endParaRPr lang="en-US" sz="115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74C60D-0546-B95B-7BB2-E56729B7E8CF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Conference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IEEE  </a:t>
            </a:r>
          </a:p>
        </p:txBody>
      </p:sp>
    </p:spTree>
    <p:extLst>
      <p:ext uri="{BB962C8B-B14F-4D97-AF65-F5344CB8AC3E}">
        <p14:creationId xmlns:p14="http://schemas.microsoft.com/office/powerpoint/2010/main" val="2636517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F6DC8-0B24-7FFB-97E1-0DFE162FA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9F1CC5-9B98-99DD-650C-5668FEC12775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54ABA3-B0EF-4AD3-40EE-50259E5F7365}"/>
              </a:ext>
            </a:extLst>
          </p:cNvPr>
          <p:cNvSpPr/>
          <p:nvPr/>
        </p:nvSpPr>
        <p:spPr>
          <a:xfrm>
            <a:off x="3028318" y="3254741"/>
            <a:ext cx="5981126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138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IMWUT</a:t>
            </a:r>
            <a:endParaRPr lang="en-US" sz="115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506BFC-494A-34D6-4E14-1BF6EBCD3F01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ACM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5210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85FA0-DA42-B668-0F89-A200FC7EC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6F15EF-AEFB-7B42-CE4F-D2FF74271283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A3B05D-9D46-5F77-4EFF-6E752DB2C09C}"/>
              </a:ext>
            </a:extLst>
          </p:cNvPr>
          <p:cNvSpPr/>
          <p:nvPr/>
        </p:nvSpPr>
        <p:spPr>
          <a:xfrm>
            <a:off x="4118361" y="3254741"/>
            <a:ext cx="3801041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38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TMC</a:t>
            </a:r>
            <a:endParaRPr lang="en-US" sz="115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0BD691-20D1-2E7F-E6DA-17DDCEFD4B4A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IEEE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02277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0227F-E7D3-F9DF-3700-9EBABC200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1BF71D-C856-A284-24DC-DB5A3BB6020A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735B0F-666D-ABD9-62D0-EF72F0281C61}"/>
              </a:ext>
            </a:extLst>
          </p:cNvPr>
          <p:cNvSpPr/>
          <p:nvPr/>
        </p:nvSpPr>
        <p:spPr>
          <a:xfrm>
            <a:off x="3097248" y="3254741"/>
            <a:ext cx="5843267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38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JMEMS</a:t>
            </a:r>
            <a:endParaRPr lang="en-US" sz="115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920B31-114A-F0E5-DC36-E56EA65A2210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IEEE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202549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EAE5B-E4B5-B32B-5463-D6E079F5F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493AC8-8934-2306-5DD4-1470B33A364D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B5CC13-0CE3-D951-B196-2A05290E2F13}"/>
              </a:ext>
            </a:extLst>
          </p:cNvPr>
          <p:cNvSpPr/>
          <p:nvPr/>
        </p:nvSpPr>
        <p:spPr>
          <a:xfrm>
            <a:off x="2949548" y="3254741"/>
            <a:ext cx="6138668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38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COMST</a:t>
            </a:r>
            <a:endParaRPr lang="en-US" sz="115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E1CCC5-6FF7-E9AF-DF82-83826CC389E5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IEEE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57824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9144C-446C-CF0C-5D8A-F609B6411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AD83BE-8208-43C3-4986-20913FAA6F87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47F700-86B7-FA2B-C3D7-22CABA12F3B4}"/>
              </a:ext>
            </a:extLst>
          </p:cNvPr>
          <p:cNvSpPr/>
          <p:nvPr/>
        </p:nvSpPr>
        <p:spPr>
          <a:xfrm>
            <a:off x="4322264" y="3254741"/>
            <a:ext cx="3393237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38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TIoT</a:t>
            </a:r>
            <a:endParaRPr lang="en-US" sz="115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7BB942-5D4C-19BC-E557-785E65EBB3DE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ACM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07831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E5435-25E4-3661-80D5-4C03ECE59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236D77-7BB6-4E3D-3787-BD096FEEBB32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76989B-9BE3-3D26-4A32-278BA7D2A28B}"/>
              </a:ext>
            </a:extLst>
          </p:cNvPr>
          <p:cNvSpPr/>
          <p:nvPr/>
        </p:nvSpPr>
        <p:spPr>
          <a:xfrm>
            <a:off x="4237978" y="3254741"/>
            <a:ext cx="3561809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3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TITS</a:t>
            </a:r>
            <a:endParaRPr lang="en-US" sz="115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6F91D2-C61B-737D-E9DB-FB493762B174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IEEE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713460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8623A-82CB-0A90-60EB-2E955FB57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4440291-BE35-615F-FFE4-D0502D4562DD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83A8B4-C9EA-2453-1876-4EEBD11BA7EA}"/>
              </a:ext>
            </a:extLst>
          </p:cNvPr>
          <p:cNvSpPr/>
          <p:nvPr/>
        </p:nvSpPr>
        <p:spPr>
          <a:xfrm>
            <a:off x="2478552" y="3429000"/>
            <a:ext cx="70806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0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Nat. Commun.</a:t>
            </a:r>
            <a:endParaRPr lang="en-US" sz="72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74799B-2F77-8683-851E-4AF91F6DB9FA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Nature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285157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0B21A-5AB7-880C-3266-B4160571F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F17AC7F-26F8-6626-FAA1-B99A6CEECF71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D76DFC-515C-6AC0-D385-9A63DBBC533D}"/>
              </a:ext>
            </a:extLst>
          </p:cNvPr>
          <p:cNvSpPr/>
          <p:nvPr/>
        </p:nvSpPr>
        <p:spPr>
          <a:xfrm>
            <a:off x="2893956" y="3429000"/>
            <a:ext cx="6249852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Sci</a:t>
            </a:r>
            <a:r>
              <a:rPr lang="en-US" altLang="zh-CN" sz="115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. Data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72D998-B84B-3BA8-C11A-FCF5335E8FD4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Nature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962237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7CDD5-6168-DF71-6DDE-2F3BDC511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DEA81C-E198-BB4E-5DAC-45B67020B75B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9BC8FF-99FC-611C-CCF2-AD311022D7CA}"/>
              </a:ext>
            </a:extLst>
          </p:cNvPr>
          <p:cNvSpPr/>
          <p:nvPr/>
        </p:nvSpPr>
        <p:spPr>
          <a:xfrm>
            <a:off x="2658797" y="3429000"/>
            <a:ext cx="6720174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MS.</a:t>
            </a:r>
            <a:r>
              <a:rPr lang="zh-CN" altLang="en-US" sz="115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115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&amp;</a:t>
            </a:r>
            <a:r>
              <a:rPr lang="zh-CN" altLang="en-US" sz="115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115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NE.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1DF54F-5F9F-6A52-7F6C-04B143ADA5AF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Nature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79750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FB578-E5BC-4629-6840-381FFC932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24778F-0574-A4AF-F78A-A35DFFC4002A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FAA614-B5A2-2DD9-F002-1746D5C952F6}"/>
              </a:ext>
            </a:extLst>
          </p:cNvPr>
          <p:cNvSpPr/>
          <p:nvPr/>
        </p:nvSpPr>
        <p:spPr>
          <a:xfrm>
            <a:off x="3178203" y="3429000"/>
            <a:ext cx="5681363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Sensors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3EB2B4-12CB-38C4-BC31-9387B7A2C292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MDPI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430636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0B656-917E-CEE3-534C-6A1F4052F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9C3AA3-7F9B-1FF1-6AEF-FBEF02BD14F2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7922D2-9000-A40B-19C7-0FA154D5F4B5}"/>
              </a:ext>
            </a:extLst>
          </p:cNvPr>
          <p:cNvSpPr/>
          <p:nvPr/>
        </p:nvSpPr>
        <p:spPr>
          <a:xfrm>
            <a:off x="2673290" y="3429000"/>
            <a:ext cx="6691192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Pervasive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F7A7EF-B05F-87A7-B5C3-92BAE094C723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IEEE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57002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E9FA7-BDAD-9DD1-0849-C90A6241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72A27F-F895-101E-C623-060D18DA2397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8614AE-C741-9887-A99C-AA91B11E3ABC}"/>
              </a:ext>
            </a:extLst>
          </p:cNvPr>
          <p:cNvSpPr/>
          <p:nvPr/>
        </p:nvSpPr>
        <p:spPr>
          <a:xfrm>
            <a:off x="2409567" y="3429000"/>
            <a:ext cx="7218644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GetMobile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A60A8E-603A-266B-1F5B-66A0749A64E3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ACM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933002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A51F8-1874-54C0-0367-6E5F92471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2BC80F9-FC7C-D035-3F25-D33119AF476A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0B6CA5-57C1-C212-81D5-177A6F4EF4A2}"/>
              </a:ext>
            </a:extLst>
          </p:cNvPr>
          <p:cNvSpPr/>
          <p:nvPr/>
        </p:nvSpPr>
        <p:spPr>
          <a:xfrm>
            <a:off x="2207708" y="3730768"/>
            <a:ext cx="76223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Arch. Gerontol. Geriatr.</a:t>
            </a:r>
            <a:endParaRPr lang="en-US" sz="48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656098-64C0-EE94-2081-59573C561879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Elsevier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68633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6D80C-8AA3-A2B5-9722-07E4AFF9D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19E2FE-27F9-63C1-2124-8D8C44702B53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E82A5B-E1DC-4CCF-4241-981B922873E8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Elsevier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AF46BA-6CC6-A3C7-D388-CA85C6B7CBCE}"/>
              </a:ext>
            </a:extLst>
          </p:cNvPr>
          <p:cNvSpPr/>
          <p:nvPr/>
        </p:nvSpPr>
        <p:spPr>
          <a:xfrm>
            <a:off x="4030196" y="3254741"/>
            <a:ext cx="3977372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3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</a:t>
            </a:r>
            <a:r>
              <a:rPr lang="en-US" altLang="zh-CN" sz="138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MC</a:t>
            </a:r>
            <a:endParaRPr lang="en-US" sz="115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53225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1F4F5-27FF-7E3E-A4F3-1AFE79A65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2D9603-E717-14EA-48C4-C0547ED79451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F806FE-6DA6-69FB-B043-84E36D70BA8A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Journal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IEEE</a:t>
            </a:r>
            <a:r>
              <a:rPr lang="en-GB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077E06-624B-6720-AA1F-827D7BAD30EB}"/>
              </a:ext>
            </a:extLst>
          </p:cNvPr>
          <p:cNvSpPr/>
          <p:nvPr/>
        </p:nvSpPr>
        <p:spPr>
          <a:xfrm>
            <a:off x="4468651" y="3254741"/>
            <a:ext cx="3100464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38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IoTJ</a:t>
            </a:r>
            <a:endParaRPr lang="en-US" sz="115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85232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31714-0635-CE0B-C667-7BB9BBB8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F3B7CE-F99B-5BAE-DCFC-958FE7D9B709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6D69DB-312E-24D1-596A-E92C711323BB}"/>
              </a:ext>
            </a:extLst>
          </p:cNvPr>
          <p:cNvSpPr/>
          <p:nvPr/>
        </p:nvSpPr>
        <p:spPr>
          <a:xfrm>
            <a:off x="2646806" y="3429000"/>
            <a:ext cx="6744154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MobiCom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71D4CD-2520-ACC9-3512-BF2AF417E851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Conference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ACM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208794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2D563-4594-E55A-8446-355072B67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FC838C-5C59-8C3F-1D0F-851E42DBF186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9F224B-5543-93F9-76DF-8D6A56B74C51}"/>
              </a:ext>
            </a:extLst>
          </p:cNvPr>
          <p:cNvSpPr/>
          <p:nvPr/>
        </p:nvSpPr>
        <p:spPr>
          <a:xfrm>
            <a:off x="3068748" y="3429000"/>
            <a:ext cx="5900270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MobiSys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0BC4F0-D411-FB9A-3E62-B3B67C44ECDD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Conference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ACM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27068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E7BBE-F971-A6B7-6EEA-38527D690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97CAC1-FE71-E109-09C4-FDE369C842A0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F725AF-69A1-C28A-51A1-59B5DC7771FB}"/>
              </a:ext>
            </a:extLst>
          </p:cNvPr>
          <p:cNvSpPr/>
          <p:nvPr/>
        </p:nvSpPr>
        <p:spPr>
          <a:xfrm>
            <a:off x="3203112" y="3429000"/>
            <a:ext cx="5631543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PerCom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358189-49F2-70F0-191C-AA3AE3D385AB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Conference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IEEE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99758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AAE5E-8D41-2FA7-8A6A-D3BC38E58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A2BCBC-C513-AA8F-D3F5-4D297C6833AC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0A7870-08EC-7400-C4F4-E1DB51D754F2}"/>
              </a:ext>
            </a:extLst>
          </p:cNvPr>
          <p:cNvSpPr/>
          <p:nvPr/>
        </p:nvSpPr>
        <p:spPr>
          <a:xfrm>
            <a:off x="3392845" y="3429000"/>
            <a:ext cx="5252079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ICASSP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BFE877-0198-3807-9CB4-E95367EFB853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Conference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IEEE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825086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6E753-6742-542C-66E4-66BF31128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EEE6FA7-8E90-F826-7BDC-6DFF7ECE2F55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6687C2-33D5-B1D9-B69B-68B2C616D084}"/>
              </a:ext>
            </a:extLst>
          </p:cNvPr>
          <p:cNvSpPr/>
          <p:nvPr/>
        </p:nvSpPr>
        <p:spPr>
          <a:xfrm>
            <a:off x="2553001" y="3429000"/>
            <a:ext cx="6931770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INFOCOM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E3A2D1-0221-FFBD-3285-0889F0FF1971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Conference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IEEE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783235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525B7-4EB1-6CBE-E37E-7F57DBDBF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541E93-87B2-F15B-1E4F-0E51F4ABCB3F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5E65F1-2161-644B-3585-0878A24A4563}"/>
              </a:ext>
            </a:extLst>
          </p:cNvPr>
          <p:cNvSpPr/>
          <p:nvPr/>
        </p:nvSpPr>
        <p:spPr>
          <a:xfrm>
            <a:off x="3653398" y="3429000"/>
            <a:ext cx="4730975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WCNC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040FE7-15CC-7A78-8AB1-060756DEEE1A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Conference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IEEE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021389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2DA23-2207-1C4A-D0D7-9340627B0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058790-5BB1-284E-D0D1-819116022448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A0DBF8-6FE8-0489-9873-725E5B83026A}"/>
              </a:ext>
            </a:extLst>
          </p:cNvPr>
          <p:cNvSpPr/>
          <p:nvPr/>
        </p:nvSpPr>
        <p:spPr>
          <a:xfrm>
            <a:off x="4258404" y="3429000"/>
            <a:ext cx="3520964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IROS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641D2E-E8D0-2484-42B4-FBAD52C290A3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Conference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IEEE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528967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74A0F-6AB0-7E25-EE36-EB1372C13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068ACC-6385-1F58-E57A-C3800B6482C0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12FCB5-B0E4-117B-100F-F6AE5357104E}"/>
              </a:ext>
            </a:extLst>
          </p:cNvPr>
          <p:cNvSpPr/>
          <p:nvPr/>
        </p:nvSpPr>
        <p:spPr>
          <a:xfrm>
            <a:off x="2586249" y="3429000"/>
            <a:ext cx="6865277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8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MobiQuitous</a:t>
            </a:r>
            <a:endParaRPr lang="en-US" sz="80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38CA5-78FD-9072-7282-BBA35772C3F0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Conference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EAI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176474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90586-0F47-AD34-CB11-53860BA7A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ADF970-626E-0941-9D9F-A1E2E36E6C94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7AD874-0F58-2450-3B46-603C8975B87C}"/>
              </a:ext>
            </a:extLst>
          </p:cNvPr>
          <p:cNvSpPr/>
          <p:nvPr/>
        </p:nvSpPr>
        <p:spPr>
          <a:xfrm>
            <a:off x="4220702" y="3429000"/>
            <a:ext cx="3596370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IoTDI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1CC2E-E60F-F20E-055F-4FA16CB86190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Conference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IEEE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783512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C3475-08CF-CFBA-ABFC-C12E713FC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670AB8-08E3-7732-20DA-506AC242A7DF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C6C7A3-AB9E-87CC-F213-8B8DA5EC4A15}"/>
              </a:ext>
            </a:extLst>
          </p:cNvPr>
          <p:cNvSpPr/>
          <p:nvPr/>
        </p:nvSpPr>
        <p:spPr>
          <a:xfrm>
            <a:off x="3451866" y="3429000"/>
            <a:ext cx="5134034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SenSys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2AF5E2-F62C-CD9F-F4EE-18638E95077A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Conference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ACM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961519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E4804-95AF-18CF-0ACD-CE8734FAE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07DB55-42E4-F374-CDB7-CD148FE5FE24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F4C99E-5562-B882-FE81-8BF98473AD78}"/>
              </a:ext>
            </a:extLst>
          </p:cNvPr>
          <p:cNvSpPr/>
          <p:nvPr/>
        </p:nvSpPr>
        <p:spPr>
          <a:xfrm>
            <a:off x="4641744" y="3429000"/>
            <a:ext cx="2754280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CHI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D190B5-2906-3451-D136-B40F94211A6E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Conference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ACM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646218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3563F-C6E8-2E8C-299F-8E7B237B7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D434F1-68B2-4AED-C387-A000AFB1D712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765E3D-98B0-2A54-9A50-1697BBA1F5CF}"/>
              </a:ext>
            </a:extLst>
          </p:cNvPr>
          <p:cNvSpPr/>
          <p:nvPr/>
        </p:nvSpPr>
        <p:spPr>
          <a:xfrm>
            <a:off x="4193705" y="3429000"/>
            <a:ext cx="3650359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ICML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43FE7B-EC18-7F20-4BA0-A9F2D77D2FDA}"/>
              </a:ext>
            </a:extLst>
          </p:cNvPr>
          <p:cNvSpPr/>
          <p:nvPr/>
        </p:nvSpPr>
        <p:spPr>
          <a:xfrm>
            <a:off x="2132681" y="1742238"/>
            <a:ext cx="777239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4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4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Conference</a:t>
            </a:r>
            <a:r>
              <a:rPr lang="zh-CN" altLang="en-US" sz="4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</a:t>
            </a:r>
            <a:r>
              <a:rPr lang="en-US" altLang="zh-CN" sz="4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OpenReview</a:t>
            </a:r>
            <a:endParaRPr lang="en-GB" sz="4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80652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4E3F6-0469-0C1E-35C5-5F6C24299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A255215-9353-D873-48C1-726FE06F6A30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74F069-CF16-46E7-BB32-E2B29ECD47AE}"/>
              </a:ext>
            </a:extLst>
          </p:cNvPr>
          <p:cNvSpPr/>
          <p:nvPr/>
        </p:nvSpPr>
        <p:spPr>
          <a:xfrm>
            <a:off x="4331563" y="3429000"/>
            <a:ext cx="3374642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ICLR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B254-524E-8FD9-82F6-F1725D54A8E1}"/>
              </a:ext>
            </a:extLst>
          </p:cNvPr>
          <p:cNvSpPr/>
          <p:nvPr/>
        </p:nvSpPr>
        <p:spPr>
          <a:xfrm>
            <a:off x="2132681" y="1742238"/>
            <a:ext cx="777239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4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4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Conference</a:t>
            </a:r>
            <a:r>
              <a:rPr lang="zh-CN" altLang="en-US" sz="4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</a:t>
            </a:r>
            <a:r>
              <a:rPr lang="en-US" altLang="zh-CN" sz="4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OpenReview</a:t>
            </a:r>
            <a:endParaRPr lang="en-GB" sz="4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571884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5DC9A-067C-0F49-D85D-9CDED0708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DB87F7-94EB-2FC7-9D01-30EC636DF9CE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F125A9-DF55-9C88-3D2F-86B5E849F221}"/>
              </a:ext>
            </a:extLst>
          </p:cNvPr>
          <p:cNvSpPr/>
          <p:nvPr/>
        </p:nvSpPr>
        <p:spPr>
          <a:xfrm>
            <a:off x="3360978" y="3429000"/>
            <a:ext cx="5315815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EuroVis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611EA9-4364-8073-C5FA-B7CD2CBABA8C}"/>
              </a:ext>
            </a:extLst>
          </p:cNvPr>
          <p:cNvSpPr/>
          <p:nvPr/>
        </p:nvSpPr>
        <p:spPr>
          <a:xfrm>
            <a:off x="2132681" y="1742238"/>
            <a:ext cx="777239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4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4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Conference</a:t>
            </a:r>
            <a:r>
              <a:rPr lang="zh-CN" altLang="en-US" sz="4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</a:t>
            </a:r>
            <a:r>
              <a:rPr lang="en-US" altLang="zh-CN" sz="4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Eurographics</a:t>
            </a:r>
            <a:endParaRPr lang="en-GB" sz="4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835295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994BA-58F4-7941-270E-D8CACD7C1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3DAC5F-2BA9-9D0E-BCE8-26B5DC100DFB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8268FD-CFBA-E1BF-648E-0D182221560F}"/>
              </a:ext>
            </a:extLst>
          </p:cNvPr>
          <p:cNvSpPr/>
          <p:nvPr/>
        </p:nvSpPr>
        <p:spPr>
          <a:xfrm>
            <a:off x="2969819" y="3429000"/>
            <a:ext cx="6098144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96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HotMobile</a:t>
            </a:r>
            <a:endParaRPr lang="en-US" sz="88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8D2D39-4C1D-E42F-F0DD-5684432E8ECB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Workshop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ACM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173340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B7A09-4488-A890-31E6-568D5DB5D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00CCB2-3654-4ECA-7082-036E7AACCEDD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D77611-01D7-B35B-A3A6-C4A081DB8ED8}"/>
              </a:ext>
            </a:extLst>
          </p:cNvPr>
          <p:cNvSpPr/>
          <p:nvPr/>
        </p:nvSpPr>
        <p:spPr>
          <a:xfrm>
            <a:off x="3522760" y="3429000"/>
            <a:ext cx="4992265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96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BodySys</a:t>
            </a:r>
            <a:endParaRPr lang="en-US" sz="88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9A6C3D-87E9-174E-8AD3-8B1EEB4E7EA1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Workshop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en-US" altLang="zh-CN" sz="5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MobiSys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437467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D8331-061E-8403-FB69-C3D1974C9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E55C47F-45A1-8B4B-CE4C-263E7143CB0A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4AB343-08D9-069D-056B-C648045AF2AD}"/>
              </a:ext>
            </a:extLst>
          </p:cNvPr>
          <p:cNvSpPr/>
          <p:nvPr/>
        </p:nvSpPr>
        <p:spPr>
          <a:xfrm>
            <a:off x="4483953" y="3429000"/>
            <a:ext cx="306987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9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BTIW</a:t>
            </a:r>
            <a:endParaRPr lang="en-US" sz="88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CDC903-1233-FE70-7477-8F566451C83E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Workshop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</a:t>
            </a:r>
            <a:r>
              <a:rPr lang="en-US" altLang="zh-CN" sz="5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MobiSys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019503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E765E-7C08-B870-C4F8-E86B075C6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F2A8AA-54AA-227B-68D2-43C71F641FCE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B42B9B-A5D1-2580-4C83-945060AC1631}"/>
              </a:ext>
            </a:extLst>
          </p:cNvPr>
          <p:cNvSpPr/>
          <p:nvPr/>
        </p:nvSpPr>
        <p:spPr>
          <a:xfrm>
            <a:off x="3522760" y="3429000"/>
            <a:ext cx="4992265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96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BodySys</a:t>
            </a:r>
            <a:endParaRPr lang="en-US" sz="88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6EAD8-5AC0-6685-E942-BCCC110A9A0B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Workshop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</a:t>
            </a:r>
            <a:r>
              <a:rPr lang="en-US" altLang="zh-CN" sz="5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UbiComp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04649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8DDCC-D1CC-C3FE-A2D0-C547A02BA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36E865-E802-A716-4370-E85D46EBB874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3F6694-EE96-7FE6-6BBA-562961929DB1}"/>
              </a:ext>
            </a:extLst>
          </p:cNvPr>
          <p:cNvSpPr/>
          <p:nvPr/>
        </p:nvSpPr>
        <p:spPr>
          <a:xfrm>
            <a:off x="3529268" y="3429000"/>
            <a:ext cx="4979248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96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CoMoRe</a:t>
            </a:r>
            <a:endParaRPr lang="en-US" sz="88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46EDFE-3715-8C94-FF25-E5760D08778E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Workshop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</a:t>
            </a:r>
            <a:r>
              <a:rPr lang="en-US" altLang="zh-CN" sz="5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PerCom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724640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81BFA-D971-1220-3833-2018CF4AD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F695E0-5FD5-72FE-798E-6747A9062920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AAD97C-D6F5-2D36-0B77-191DD7AF14D5}"/>
              </a:ext>
            </a:extLst>
          </p:cNvPr>
          <p:cNvSpPr/>
          <p:nvPr/>
        </p:nvSpPr>
        <p:spPr>
          <a:xfrm>
            <a:off x="3173819" y="3429000"/>
            <a:ext cx="5690148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96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WiNTECH</a:t>
            </a:r>
            <a:endParaRPr lang="en-US" sz="88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6ECF92-FC5B-2FB7-6636-1F98943CFCF5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Workshop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</a:t>
            </a:r>
            <a:r>
              <a:rPr lang="en-US" altLang="zh-CN" sz="54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Mobi</a:t>
            </a:r>
            <a:r>
              <a:rPr lang="en-US" altLang="zh-CN" sz="5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Com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199963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07477-F076-1158-513F-D5D7BBA6D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34E3C5-DA8A-4B5A-6527-5E1DE7D48ED3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E40C86-93B6-72D7-2179-F8C2EE83ED8C}"/>
              </a:ext>
            </a:extLst>
          </p:cNvPr>
          <p:cNvSpPr/>
          <p:nvPr/>
        </p:nvSpPr>
        <p:spPr>
          <a:xfrm>
            <a:off x="2958409" y="3429000"/>
            <a:ext cx="6120971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9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Persist-IoT</a:t>
            </a:r>
            <a:endParaRPr lang="en-US" sz="88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ACC78F-D224-D3D4-B03D-F766199DEF27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Workshop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INFOCOM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39336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A0C5F-7C00-CE7D-C918-6D3EE34F6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310A05-E64A-466A-6248-181687C0911E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B808E3-A9CD-64B0-0493-5CEDFA0694C7}"/>
              </a:ext>
            </a:extLst>
          </p:cNvPr>
          <p:cNvSpPr/>
          <p:nvPr/>
        </p:nvSpPr>
        <p:spPr>
          <a:xfrm>
            <a:off x="3283817" y="3429000"/>
            <a:ext cx="5470152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96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EarComp</a:t>
            </a:r>
            <a:endParaRPr lang="en-US" sz="88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DD91DE-87B6-D12F-D4A6-50FC2FB9C353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Workshop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</a:t>
            </a:r>
            <a:r>
              <a:rPr lang="en-US" altLang="zh-CN" sz="5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UbiComp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743516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D7A1C-97C6-B119-A8FF-57BCC54FB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EDBD77-358F-750B-2C34-D9315F0E9B55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9AB9EA-3446-7031-6BCB-52A4D812DF94}"/>
              </a:ext>
            </a:extLst>
          </p:cNvPr>
          <p:cNvSpPr/>
          <p:nvPr/>
        </p:nvSpPr>
        <p:spPr>
          <a:xfrm>
            <a:off x="4038030" y="3429000"/>
            <a:ext cx="396172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9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TSALM</a:t>
            </a:r>
            <a:endParaRPr lang="en-US" sz="88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371602-9EBE-E8C5-F4CC-931E90D6F18F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Workshop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</a:t>
            </a:r>
            <a:r>
              <a:rPr lang="en-GB" altLang="zh-CN" sz="5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NeurIPS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117693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AB8AC-10AB-86CF-2317-CDED6C3D0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6691CE-339F-7C3D-2BA4-19D9ED7C6317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2CB085-A9BD-67C3-E42A-FCCEB0FA77B2}"/>
              </a:ext>
            </a:extLst>
          </p:cNvPr>
          <p:cNvSpPr/>
          <p:nvPr/>
        </p:nvSpPr>
        <p:spPr>
          <a:xfrm>
            <a:off x="4547164" y="3528152"/>
            <a:ext cx="2943434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9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IPSN</a:t>
            </a:r>
            <a:endParaRPr lang="en-US" sz="88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C8FBC0-7619-B8BF-3C8A-804D90B3F101}"/>
              </a:ext>
            </a:extLst>
          </p:cNvPr>
          <p:cNvSpPr/>
          <p:nvPr/>
        </p:nvSpPr>
        <p:spPr>
          <a:xfrm>
            <a:off x="3988834" y="1685803"/>
            <a:ext cx="4214331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96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Poster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950293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F7B59-341A-8ACD-992C-AA112C99E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C000349-90D4-7757-B1A8-7C4B7958D407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769475-FAAF-8A81-E641-73034E54D8EE}"/>
              </a:ext>
            </a:extLst>
          </p:cNvPr>
          <p:cNvSpPr/>
          <p:nvPr/>
        </p:nvSpPr>
        <p:spPr>
          <a:xfrm>
            <a:off x="4498690" y="3528152"/>
            <a:ext cx="3040384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96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IoTDI</a:t>
            </a:r>
            <a:endParaRPr lang="en-US" sz="88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8806F5-99B3-5EA6-380B-CD7AF0094089}"/>
              </a:ext>
            </a:extLst>
          </p:cNvPr>
          <p:cNvSpPr/>
          <p:nvPr/>
        </p:nvSpPr>
        <p:spPr>
          <a:xfrm>
            <a:off x="3988834" y="1685803"/>
            <a:ext cx="4214331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96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Demo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109828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7D132-F87C-E33F-75D3-C205EE444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F8C59C-484A-4A88-48E6-76ED26A98ED6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673670-C757-1A73-0BD2-4AF7C15AC41C}"/>
              </a:ext>
            </a:extLst>
          </p:cNvPr>
          <p:cNvSpPr/>
          <p:nvPr/>
        </p:nvSpPr>
        <p:spPr>
          <a:xfrm>
            <a:off x="2286740" y="3528152"/>
            <a:ext cx="746428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96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MobiQuitous</a:t>
            </a:r>
            <a:endParaRPr lang="en-US" sz="88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98A189-FFD5-5976-789F-F8D17A0CDCAA}"/>
              </a:ext>
            </a:extLst>
          </p:cNvPr>
          <p:cNvSpPr/>
          <p:nvPr/>
        </p:nvSpPr>
        <p:spPr>
          <a:xfrm>
            <a:off x="3988834" y="1685803"/>
            <a:ext cx="4214331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96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Poster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00370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0C7FD-FDA3-D16C-CC79-22FB51ED7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EAAE85-5105-9D5C-8C9C-BA92B9FCBA4E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8C5996-7542-2103-02CD-FAD8BFE715BA}"/>
              </a:ext>
            </a:extLst>
          </p:cNvPr>
          <p:cNvSpPr/>
          <p:nvPr/>
        </p:nvSpPr>
        <p:spPr>
          <a:xfrm>
            <a:off x="2638838" y="3429000"/>
            <a:ext cx="6760119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News</a:t>
            </a:r>
            <a:r>
              <a:rPr lang="zh-CN" altLang="en-US" sz="8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8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&amp;</a:t>
            </a:r>
            <a:r>
              <a:rPr lang="zh-CN" altLang="en-US" sz="8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8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Views</a:t>
            </a:r>
            <a:endParaRPr lang="en-US" sz="72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F3306E-BDA7-2E50-D115-F285502D8DE7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Nature</a:t>
            </a:r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Electronics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463566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884C4-A5E0-9A6C-41D3-78450E4A3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01ABE5-0755-4C30-E0A8-712FE227CBF6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4A7995-39E1-1C02-3877-1895F9F02388}"/>
              </a:ext>
            </a:extLst>
          </p:cNvPr>
          <p:cNvSpPr/>
          <p:nvPr/>
        </p:nvSpPr>
        <p:spPr>
          <a:xfrm>
            <a:off x="4026142" y="3429000"/>
            <a:ext cx="398551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0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PerCom</a:t>
            </a:r>
            <a:endParaRPr lang="en-US" sz="72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40ECB8-44E5-0608-7B27-DC694B23F661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Work-in-Progress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140488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01907-A8CE-732F-7E56-DBA1B89FF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A1F4F9-4228-79A0-16EF-67AF53F7830A}"/>
              </a:ext>
            </a:extLst>
          </p:cNvPr>
          <p:cNvSpPr/>
          <p:nvPr/>
        </p:nvSpPr>
        <p:spPr>
          <a:xfrm>
            <a:off x="2132682" y="1099277"/>
            <a:ext cx="7772399" cy="485775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184A5F-B8AE-B63D-0BAA-E9882CD65A25}"/>
              </a:ext>
            </a:extLst>
          </p:cNvPr>
          <p:cNvSpPr/>
          <p:nvPr/>
        </p:nvSpPr>
        <p:spPr>
          <a:xfrm>
            <a:off x="4176889" y="3429000"/>
            <a:ext cx="3684021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15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ArXiv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5BC827-5E0F-4486-53B2-85A4098D2658}"/>
              </a:ext>
            </a:extLst>
          </p:cNvPr>
          <p:cNvSpPr/>
          <p:nvPr/>
        </p:nvSpPr>
        <p:spPr>
          <a:xfrm>
            <a:off x="2132681" y="1742238"/>
            <a:ext cx="77723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zh-CN" altLang="en-U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n-US" altLang="zh-CN" sz="5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PrePrint</a:t>
            </a:r>
            <a:endParaRPr lang="en-GB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19565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697</TotalTime>
  <Words>336</Words>
  <Application>Microsoft Macintosh PowerPoint</Application>
  <PresentationFormat>Widescreen</PresentationFormat>
  <Paragraphs>164</Paragraphs>
  <Slides>46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 Ma</dc:creator>
  <cp:lastModifiedBy>Dong Ma</cp:lastModifiedBy>
  <cp:revision>3</cp:revision>
  <dcterms:created xsi:type="dcterms:W3CDTF">2026-02-20T22:07:54Z</dcterms:created>
  <dcterms:modified xsi:type="dcterms:W3CDTF">2026-02-21T09:45:12Z</dcterms:modified>
</cp:coreProperties>
</file>